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Source Sans 3" panose="020B0604020202020204" charset="0"/>
      <p:regular r:id="rId19"/>
    </p:embeddedFont>
    <p:embeddedFont>
      <p:font typeface="Source Serif 4 Semi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E"/>
    <a:srgbClr val="FF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883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1415" y="2213341"/>
            <a:ext cx="11506676" cy="162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GUI Construction on Numerical Methods &amp; Crop Yield Estimation Classes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01415" y="3835991"/>
            <a:ext cx="13227570" cy="162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 MATLAB GUI project developed by Group 19 to create user-friendly interfaces for solving complex engineering problems. This presentation details the development of two integrated graphical user interfaces: one for numerical methods computation and another for agricultural yield prediction.</a:t>
            </a:r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4A59C3-F86A-47B8-AEE6-BE19FABA3865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17438" y="783142"/>
            <a:ext cx="7147322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Overview &amp; Objectives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2174438" y="2024656"/>
            <a:ext cx="284559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Numerical Methods GUI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45737" y="2687989"/>
            <a:ext cx="567960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Simplify complexity of  mathematical coding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45737" y="3431296"/>
            <a:ext cx="567960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and validate different solution techniques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45737" y="4174603"/>
            <a:ext cx="567960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Maximize efficiency in problem-solving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5737" y="4917910"/>
            <a:ext cx="5679606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four core methods: Euler, Runge-Kutta, Newton-Raphson, and Secant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20381" y="2016535"/>
            <a:ext cx="246768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Yield Estimation GUI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314841" y="2687989"/>
            <a:ext cx="6303187" cy="569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and predict crop productivity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4841" y="3096253"/>
            <a:ext cx="6303187" cy="1139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 as practical decision-making tool for agricultural stakeholders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4841" y="3839561"/>
            <a:ext cx="6303187" cy="1709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Make complex agricultural modeling accessible to wide audiences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4841" y="4917909"/>
            <a:ext cx="6303187" cy="1139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five key environmental metrics in estimation</a:t>
            </a: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</a:rPr>
              <a:t>Utilize a MATLAB toolbox in this project</a:t>
            </a:r>
            <a:endParaRPr lang="en-US" sz="20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A89262-9FE1-44BF-8106-2C6E4E65C3F8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71763"/>
            <a:ext cx="7301151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Design Process &amp; Methodology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1806535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139553"/>
            <a:ext cx="6372701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228992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Research &amp; Planning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37724" y="2723555"/>
            <a:ext cx="637270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Organized team meetings to review lecture notes and modules, establishing foundational concepts for GUI development.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19856" y="1806535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856" y="2139553"/>
            <a:ext cx="6372820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19856" y="228992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Input/Output Design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419856" y="2723555"/>
            <a:ext cx="637282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Established necessary input parameters and planned output structure for each GUI interface.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37724" y="3760113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4072176"/>
            <a:ext cx="6372701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7724" y="4243507"/>
            <a:ext cx="286643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Algorithm Development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37724" y="4677132"/>
            <a:ext cx="637270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Explored different ideologies, flowcharts, and pseudocodes before implementing final scripts.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19856" y="3760113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856" y="4072176"/>
            <a:ext cx="6372820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19856" y="4243507"/>
            <a:ext cx="305169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Collaborative Refinement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7419856" y="4677132"/>
            <a:ext cx="637282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Inquired from other groups about progress and refined ideas based on peer feedback.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7724" y="5713690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05</a:t>
            </a:r>
            <a:endParaRPr lang="en-US" sz="16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6004917"/>
            <a:ext cx="6372701" cy="228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7724" y="6197084"/>
            <a:ext cx="309633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Implementation &amp; Testing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837724" y="6630710"/>
            <a:ext cx="637270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Wrote code for both GUIs and conducted debugging sessions with all available team members.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419856" y="5713690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06</a:t>
            </a:r>
            <a:endParaRPr lang="en-US" sz="16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856" y="6025753"/>
            <a:ext cx="6372820" cy="228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19856" y="619708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Documentation</a:t>
            </a:r>
            <a:endParaRPr lang="en-US" sz="1900" dirty="0"/>
          </a:p>
        </p:txBody>
      </p:sp>
      <p:sp>
        <p:nvSpPr>
          <p:cNvPr id="26" name="Text 18"/>
          <p:cNvSpPr/>
          <p:nvPr/>
        </p:nvSpPr>
        <p:spPr>
          <a:xfrm>
            <a:off x="7419856" y="6630710"/>
            <a:ext cx="63728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Completed comprehensive report writing and presentation drafting.</a:t>
            </a:r>
            <a:endParaRPr lang="en-US" sz="16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1053A03-A57D-4633-B29B-6D38F678F96C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03038" y="1912179"/>
            <a:ext cx="1245373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Numerical Methods GUI Architecture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903038" y="3144000"/>
            <a:ext cx="12666005" cy="2358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Numerical Methods GUI features a main window (840x420 pixels) with dedicated input fields for mathematical functions and parameters. Users input the function f(x,y) or f(x), derivative f'(x), initial conditions (x₀, y₀), step size (h), end point (x_end), and tolerance values. The interface includes four method buttons—Euler, Runge-Kutta, Newton-Raphson, and Secant—each triggering specific computational functions. Results display in a dedicated text area output.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671DF2-0E01-4822-A279-9199CAB8BF07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69494"/>
            <a:ext cx="865691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Numerical Methods Implementation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2704267"/>
            <a:ext cx="6372701" cy="1537811"/>
          </a:xfrm>
          <a:prstGeom prst="roundRect">
            <a:avLst>
              <a:gd name="adj" fmla="val 5721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4775" y="292131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Euler Method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54775" y="3354943"/>
            <a:ext cx="593859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Solves ordinary differential equations using first-order approximation with step-by-step integration.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19856" y="2704267"/>
            <a:ext cx="6372820" cy="1537811"/>
          </a:xfrm>
          <a:prstGeom prst="roundRect">
            <a:avLst>
              <a:gd name="adj" fmla="val 5721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6907" y="292131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Runge-Kutta Method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36907" y="3354943"/>
            <a:ext cx="593871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Higher-order method providing improved accuracy for ODE solutions through weighted average calculations.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7724" y="4451509"/>
            <a:ext cx="6372701" cy="1537811"/>
          </a:xfrm>
          <a:prstGeom prst="roundRect">
            <a:avLst>
              <a:gd name="adj" fmla="val 5721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4775" y="4668560"/>
            <a:ext cx="300835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Newton-Raphson Method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54775" y="5102185"/>
            <a:ext cx="593859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Finds equation roots using iterative refinement based on function derivatives for rapid convergence.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19856" y="4451509"/>
            <a:ext cx="6372820" cy="1537811"/>
          </a:xfrm>
          <a:prstGeom prst="roundRect">
            <a:avLst>
              <a:gd name="adj" fmla="val 5721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6907" y="466856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Secant Method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36907" y="5102185"/>
            <a:ext cx="593871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Root-finding technique requiring two initial points without explicit derivative calculation.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724" y="6224945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method executes through separate classes that compute and display numerical solutions efficiently.</a:t>
            </a:r>
            <a:endParaRPr lang="en-US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96C646-A4B8-4744-B3C4-71F7E93682FA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25553" y="2169140"/>
            <a:ext cx="668226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Yield Estimation GUI Design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1425553" y="3684679"/>
            <a:ext cx="12012863" cy="234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Yield Estimation GUI (840x420 pixels) provides an intuitive platform for agricultural prediction. Users input five key environmental metrics: Rainfall (mm), Fertilizer application rate (kg/ha), Soil Quality Index (0-10 scale), average daily Sunlight (hours/day), and total Farm Size (hectares). The integrated YieldModel object processes these inputs and instantly generates predicted crop yield output, enabling stakeholders to make informed agricultural decisions based on environmental conditions.</a:t>
            </a:r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C37259-8B5E-4C3D-AD4D-6C5C203A3306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08328"/>
            <a:ext cx="720899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GUI Implementation &amp; Results</a:t>
            </a:r>
            <a:endParaRPr lang="en-US" sz="3850" dirty="0"/>
          </a:p>
        </p:txBody>
      </p:sp>
      <p:sp>
        <p:nvSpPr>
          <p:cNvPr id="6" name="Text 1"/>
          <p:cNvSpPr/>
          <p:nvPr/>
        </p:nvSpPr>
        <p:spPr>
          <a:xfrm>
            <a:off x="837724" y="6651069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three GUIs demonstrate successful implementation of both numerical methods and agricultural modeling, with functional buttons, input validation, and comprehensive output displays.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01F3CA-31C6-4430-9DED-E9E781D0C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907"/>
            <a:ext cx="9575905" cy="450396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0E3F25-FA5F-474C-8AE4-7F8464B04E14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7797FC3-D019-4C7D-B1CF-C5E5D9A058BE}"/>
              </a:ext>
            </a:extLst>
          </p:cNvPr>
          <p:cNvSpPr/>
          <p:nvPr/>
        </p:nvSpPr>
        <p:spPr>
          <a:xfrm>
            <a:off x="837724" y="908328"/>
            <a:ext cx="720899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GUI Implementation &amp; Results(cont.)</a:t>
            </a:r>
            <a:endParaRPr lang="en-US" sz="38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17DCE6D-AC4B-4C06-8085-19F43FCDD004}"/>
              </a:ext>
            </a:extLst>
          </p:cNvPr>
          <p:cNvSpPr/>
          <p:nvPr/>
        </p:nvSpPr>
        <p:spPr>
          <a:xfrm>
            <a:off x="837724" y="6651069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figure shows the output of the interface after inputting the data.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976A5-38AF-49FD-93FA-D73023685E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20587" y="1651907"/>
            <a:ext cx="8705430" cy="45039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A1A6B8-C401-4D94-B28E-88956909EC1F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17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303FEB-DBF3-4778-9118-818F8FABAB6E}"/>
              </a:ext>
            </a:extLst>
          </p:cNvPr>
          <p:cNvSpPr/>
          <p:nvPr/>
        </p:nvSpPr>
        <p:spPr>
          <a:xfrm>
            <a:off x="837724" y="908328"/>
            <a:ext cx="720899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GUI Implementation &amp; Results(cont.)</a:t>
            </a:r>
            <a:endParaRPr lang="en-US" sz="3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E0323C-2B61-49C3-B7E0-677EC807A7E3}"/>
              </a:ext>
            </a:extLst>
          </p:cNvPr>
          <p:cNvSpPr/>
          <p:nvPr/>
        </p:nvSpPr>
        <p:spPr>
          <a:xfrm>
            <a:off x="837724" y="6651069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figure shows the output of the yield interface after inputting the data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7FA45-86B0-4C91-AB47-B7CE2C5F55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6529" y="1651906"/>
            <a:ext cx="8556171" cy="485401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6F21F4-F1F0-4B69-A736-B62AA1C5D6C6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145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78167"/>
            <a:ext cx="786515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Technical Challenges &amp; Solutions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3512939"/>
            <a:ext cx="6372701" cy="2238375"/>
          </a:xfrm>
          <a:prstGeom prst="roundRect">
            <a:avLst>
              <a:gd name="adj" fmla="val 49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ABA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64" y="3512939"/>
            <a:ext cx="91440" cy="2238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8595" y="3745230"/>
            <a:ext cx="336625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Function-Button Integration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38595" y="4178856"/>
            <a:ext cx="5839539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Challenge: Connecting specific numerical method functions to individual buttons. Solution: Applied MATLAB documentation knowledge to properly map button callbacks to corresponding computational functions.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9856" y="3512939"/>
            <a:ext cx="6372820" cy="2238375"/>
          </a:xfrm>
          <a:prstGeom prst="roundRect">
            <a:avLst>
              <a:gd name="adj" fmla="val 49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ABA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996" y="3512939"/>
            <a:ext cx="91440" cy="22383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20727" y="374523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Power Supply Issues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720727" y="4178856"/>
            <a:ext cx="583965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Challenge: Unstable power supply reduced effective coding time and productivity. Solution: Implemented regular code backups and adapted work schedule to accommodate infrastructure limitations.</a:t>
            </a:r>
            <a:endParaRPr lang="en-US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60B7C4-B500-4B15-B5F5-A0F56709BC33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06980"/>
            <a:ext cx="516969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Achievements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3541752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5532" y="3592592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518404" y="3613666"/>
            <a:ext cx="273367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Platforms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18404" y="4047292"/>
            <a:ext cx="346305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Successfully created two integrated GUIs addressing both computational mathematics and practical agricultural applications.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43274" y="3541752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1083" y="3592592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923955" y="3613666"/>
            <a:ext cx="277808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User-Friendly Interface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923955" y="4047292"/>
            <a:ext cx="346305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Developed accessible interfaces that abstract complex mathematical and machine learning operations for diverse user audiences.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48825" y="3541752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6634" y="3592592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329505" y="3613666"/>
            <a:ext cx="276272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Real-World Application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329505" y="4047292"/>
            <a:ext cx="3463171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Demonstrated practical implementation of numerical methods and predictive modeling for solving authentic engineering and agricultural problems.</a:t>
            </a:r>
            <a:endParaRPr lang="en-US" sz="1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49EB62-4522-4E79-B69E-9D106B99752C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2142053"/>
            <a:ext cx="4954429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Conclusion &amp; Impact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37724" y="3072051"/>
            <a:ext cx="13351805" cy="301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successfully demonstrates the practical application of numerical methods and machine learning to solve real-world engineering and agricultural challenges. The Numerical Methods GUI provides a user-friendly platform for implementing core computational algorithms including Euler, Runge-Kutta, Newton-Raphson, and Secant methods. The Yield Estimation GUI showcases specialized machine learning application in agricultural engineering by integrating rainfall, fertilizer, soil quality, sunlight, and farm size into a predictive model. Together, these GUIs offer practical support systems for engineers and agricultural stakeholders, making complex computational and predictive processes accessible and efficient.</a:t>
            </a:r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4755B9-B51F-44D3-BFBF-4AF342EB1A80}"/>
              </a:ext>
            </a:extLst>
          </p:cNvPr>
          <p:cNvSpPr/>
          <p:nvPr/>
        </p:nvSpPr>
        <p:spPr>
          <a:xfrm>
            <a:off x="12868341" y="7805058"/>
            <a:ext cx="1730115" cy="293914"/>
          </a:xfrm>
          <a:prstGeom prst="roundRect">
            <a:avLst/>
          </a:prstGeom>
          <a:solidFill>
            <a:srgbClr val="FFFEFE"/>
          </a:solidFill>
          <a:ln>
            <a:solidFill>
              <a:srgbClr val="FF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797</Words>
  <Application>Microsoft Office PowerPoint</Application>
  <PresentationFormat>Custom</PresentationFormat>
  <Paragraphs>80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Source Sans 3</vt:lpstr>
      <vt:lpstr>Source Serif 4 Light</vt:lpstr>
      <vt:lpstr>Arial</vt:lpstr>
      <vt:lpstr>Source Serif 4 Semi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victor</dc:creator>
  <cp:lastModifiedBy>Joash</cp:lastModifiedBy>
  <cp:revision>4</cp:revision>
  <dcterms:created xsi:type="dcterms:W3CDTF">2025-11-04T17:55:53Z</dcterms:created>
  <dcterms:modified xsi:type="dcterms:W3CDTF">2025-11-04T18:26:50Z</dcterms:modified>
</cp:coreProperties>
</file>